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3dbd90d3c4bd1" /><Relationship Type="http://schemas.openxmlformats.org/officeDocument/2006/relationships/extended-properties" Target="/docProps/app.xml" Id="R2f7ed6ed515440ae" /><Relationship Type="http://schemas.openxmlformats.org/officeDocument/2006/relationships/officeDocument" Target="/ppt/presentation.xml" Id="R50dbba1a273f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e7bc06c36c473b"/>
  </p:sldMasterIdLst>
  <p:notesMasterIdLst>
    <p:notesMasterId xmlns:r="http://schemas.openxmlformats.org/officeDocument/2006/relationships" r:id="Rd7392e4a4f424187"/>
  </p:notesMasterIdLst>
  <p:sldIdLst>
    <p:sldId xmlns:r="http://schemas.openxmlformats.org/officeDocument/2006/relationships" id="256" r:id="R5178f99cdb094e06"/>
    <p:sldId xmlns:r="http://schemas.openxmlformats.org/officeDocument/2006/relationships" id="257" r:id="Rf2e466aae2f742aa"/>
    <p:sldId xmlns:r="http://schemas.openxmlformats.org/officeDocument/2006/relationships" id="258" r:id="R329e89dbf6754f3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2db5f4f9584c25" /><Relationship Type="http://schemas.openxmlformats.org/officeDocument/2006/relationships/slideMaster" Target="/ppt/slideMasters/slideMaster1.xml" Id="R8ee7bc06c36c473b" /><Relationship Type="http://schemas.openxmlformats.org/officeDocument/2006/relationships/notesMaster" Target="/ppt/notesMasters/notesMaster1.xml" Id="Rd7392e4a4f424187" /><Relationship Type="http://schemas.openxmlformats.org/officeDocument/2006/relationships/presProps" Target="/ppt/presProps.xml" Id="R21fb0fc2f1c44f51" /><Relationship Type="http://schemas.openxmlformats.org/officeDocument/2006/relationships/tableStyles" Target="/ppt/tableStyles.xml" Id="Ra4d614f80b54443a" /><Relationship Type="http://schemas.openxmlformats.org/officeDocument/2006/relationships/slide" Target="/ppt/slides/slide1.xml" Id="R5178f99cdb094e06" /><Relationship Type="http://schemas.openxmlformats.org/officeDocument/2006/relationships/slide" Target="/ppt/slides/slide2.xml" Id="Rf2e466aae2f742aa" /><Relationship Type="http://schemas.openxmlformats.org/officeDocument/2006/relationships/slide" Target="/ppt/slides/slide3.xml" Id="R329e89dbf675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9d9def75a843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b5d0e4d4804dca" /><Relationship Type="http://schemas.openxmlformats.org/officeDocument/2006/relationships/notesMaster" Target="/ppt/notesMasters/notesMaster1.xml" Id="Rf712a04a8c7e45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8802340b994604" /><Relationship Type="http://schemas.openxmlformats.org/officeDocument/2006/relationships/notesMaster" Target="/ppt/notesMasters/notesMaster1.xml" Id="Rb0d7addb5b6e4b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29f3341aab4868" /><Relationship Type="http://schemas.openxmlformats.org/officeDocument/2006/relationships/notesMaster" Target="/ppt/notesMasters/notesMaster1.xml" Id="R02a281fc9f6a4b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ae1e53d6746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83fa7cce8b4bd2" /><Relationship Type="http://schemas.openxmlformats.org/officeDocument/2006/relationships/slideLayout" Target="/ppt/slideLayouts/slideLayout1.xml" Id="R3a07edd39d444e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07edd39d444e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19fa197794ef8" /><Relationship Type="http://schemas.openxmlformats.org/officeDocument/2006/relationships/image" Target="/ppt/media/image.png" Id="R75c1a7d8877d4873" /><Relationship Type="http://schemas.openxmlformats.org/officeDocument/2006/relationships/notesSlide" Target="/ppt/notesSlides/notesSlide1.xml" Id="Rc5c1ed503d63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a675dad7f417a" /><Relationship Type="http://schemas.openxmlformats.org/officeDocument/2006/relationships/image" Target="/ppt/media/image2.png" Id="Rdd6ef3dd06594db1" /><Relationship Type="http://schemas.openxmlformats.org/officeDocument/2006/relationships/notesSlide" Target="/ppt/notesSlides/notesSlide2.xml" Id="R08ea139d450140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36d5b840747d5" /><Relationship Type="http://schemas.openxmlformats.org/officeDocument/2006/relationships/image" Target="/ppt/media/image3.png" Id="R1490fa862fd64dfc" /><Relationship Type="http://schemas.openxmlformats.org/officeDocument/2006/relationships/notesSlide" Target="/ppt/notesSlides/notesSlide3.xml" Id="R79a2f31a278243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1a7d8877d4873"/>
          <a:stretch xmlns:a="http://schemas.openxmlformats.org/drawingml/2006/main"/>
        </p:blipFill>
        <p:spPr>
          <a:xfrm xmlns:a="http://schemas.openxmlformats.org/drawingml/2006/main">
            <a:off x="1352370" y="0"/>
            <a:ext cx="12535259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83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ef3dd06594db1"/>
          <a:stretch xmlns:a="http://schemas.openxmlformats.org/drawingml/2006/main"/>
        </p:blipFill>
        <p:spPr>
          <a:xfrm xmlns:a="http://schemas.openxmlformats.org/drawingml/2006/main">
            <a:off x="1546465" y="0"/>
            <a:ext cx="12147071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92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0fa862fd64dfc"/>
          <a:stretch xmlns:a="http://schemas.openxmlformats.org/drawingml/2006/main"/>
        </p:blipFill>
        <p:spPr>
          <a:xfrm xmlns:a="http://schemas.openxmlformats.org/drawingml/2006/main">
            <a:off x="370529" y="0"/>
            <a:ext cx="14498943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04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2026-08-13T07:36:28.2990000Z</dcterms:created>
  <dcterms:modified xsi:type="dcterms:W3CDTF">2026-08-13T07:36:28.2990000Z</dcterms:modified>
</coreProperties>
</file>