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5240000" cy="8572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52370" y="0"/>
            <a:ext cx="12535259" cy="857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3837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46465" y="0"/>
            <a:ext cx="12147071" cy="857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4929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70529" y="0"/>
            <a:ext cx="14498943" cy="857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90423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DocSecurity>0</DocSecurity>
  <PresentationFormat>Custom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5" baseType="lpstr">
      <vt:lpstr>Calibri</vt:lpstr>
      <vt:lpstr>ChatGPT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Nishi Mudliar</cp:lastModifiedBy>
  <cp:revision>1</cp:revision>
  <dcterms:created xsi:type="dcterms:W3CDTF">2026-08-13T07:36:28Z</dcterms:created>
  <dcterms:modified xsi:type="dcterms:W3CDTF">2026-08-13T09:29:58Z</dcterms:modified>
</cp:coreProperties>
</file>